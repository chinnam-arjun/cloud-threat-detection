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E6B68-B780-4152-A042-D48C68556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9ABC1-E9B4-49F3-9F74-1332393FB3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FE5DC-7427-43BF-8499-308335AC1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953C-9271-4C9B-80C8-AE675C98D7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0F0622-40A9-4D2B-BDC6-0ACE432BF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19B64-833A-4D53-AE00-500D19F6B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19DE-037D-4756-85E8-F2E142F1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662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EC07F-3644-4F2A-B23A-5EAEA516A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A40E5-5E12-4620-B29D-84335F055B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B4986-8C58-4434-AF03-957B245D3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953C-9271-4C9B-80C8-AE675C98D7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F75E3-696F-4C9D-9905-28FCA7AA7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555DF8-E51B-465C-B1EF-C87DCDD31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19DE-037D-4756-85E8-F2E142F1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072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0560C-679B-4FA2-8EC5-109E5910C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47C596-39C8-42FF-BB00-8A287439AF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25564-176F-4F79-9A04-FE802C007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953C-9271-4C9B-80C8-AE675C98D7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F03943-9738-469B-A5D8-8F66BD802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9BE3CF-D811-4E38-B715-EF0F06DAD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19DE-037D-4756-85E8-F2E142F1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0415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D0B86-53F6-4A6A-BDB1-5CB39212F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316FD-F772-4E31-AB26-60A23053CE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848981-5BD7-46CB-A9DF-EE83BD5A3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8C7DF6-D54F-4AD5-883A-C115E258F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953C-9271-4C9B-80C8-AE675C98D7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7CAA24-8E2C-4A76-948B-96AF9F02D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875AC-89F5-4B27-8D75-36531A7B6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19DE-037D-4756-85E8-F2E142F1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191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D971-791D-4104-975B-A36445BD3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2E922-5705-402A-9802-4F5A51221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72F212-623C-48D9-8219-C7C9B70FF9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E7EFE1-B27D-4033-A988-DF54320467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226B46-A301-4E7D-9FC0-B5B102117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4C8DD5-C38A-40FC-86BB-026811DDD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953C-9271-4C9B-80C8-AE675C98D7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B3F559-8640-496C-A346-5D1C8D5A6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63439A-36A7-4F72-9D8D-E20FE8ED3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19DE-037D-4756-85E8-F2E142F1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805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5871F-81E0-4748-A24C-7D1B27591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66555F-B4FF-4B36-BD11-E1AB71646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953C-9271-4C9B-80C8-AE675C98D7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8E25C2-AB2D-4F24-AF35-347434F1FF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095CC7-175A-453D-AC4A-42011DE6D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19DE-037D-4756-85E8-F2E142F1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03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7C68C5-621F-4264-A2E8-39DB29EA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953C-9271-4C9B-80C8-AE675C98D7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4341CA-74E7-4901-92FD-75062BA9B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8598C-0338-44C4-BCE9-CDA220931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19DE-037D-4756-85E8-F2E142F1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575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7E217-ACCB-4F33-9272-B9EC02E68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8B33F-B5FD-4356-9A49-82A0EAB20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585508-EE8F-4867-B7DF-BC279F022A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6A24C3-2DD1-4F4C-9209-73C933161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953C-9271-4C9B-80C8-AE675C98D7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933212-1F5E-4EB9-AE3F-C3661C95D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7C27B4-6E27-4AEE-8678-27BFE7EB2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19DE-037D-4756-85E8-F2E142F1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9021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17355-9864-4058-B856-3BA68DC3E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FD55F0-AC13-4EF1-B0FE-263BDC09A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48F229-B9C5-4968-9D86-1BD83FF942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CA372-EDA1-4E31-BF42-639EC3FB2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953C-9271-4C9B-80C8-AE675C98D7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C9E437-7461-4CFC-A126-A8974A7E8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EEE7F4-B97B-478D-A931-34C33D04C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19DE-037D-4756-85E8-F2E142F1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229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42993-5B49-4704-B2D7-625B04A59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B1CACD-B128-4D3D-8D0D-3CB4EA9E42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3E8A3-3179-4F25-9520-90D97CBA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953C-9271-4C9B-80C8-AE675C98D7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DAF5DB-4976-4A47-89F9-7323D12F5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D3D9C-5581-45B6-8557-70DADF6E3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19DE-037D-4756-85E8-F2E142F1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397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8866B4-D14A-409C-ABFF-DAA69E40F9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FB855-C96E-439A-B888-8C3C0A08D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A036C-9846-43AA-9A08-04309747A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5D953C-9271-4C9B-80C8-AE675C98D7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EAE218-3F39-4612-A371-F2206254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8FB2CC-C9CB-40D2-B500-B84789E6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7119DE-037D-4756-85E8-F2E142F1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9910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27CC08-C0D8-4F8C-AFF7-6E54D879A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44CCD0-AD6B-4A5C-9AAA-6D75A40D5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92B4D-BBFB-47AE-BEE3-828585AA68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5D953C-9271-4C9B-80C8-AE675C98D76A}" type="datetimeFigureOut">
              <a:rPr lang="en-IN" smtClean="0"/>
              <a:t>17-07-2026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9DCCB-22AF-4C75-8455-A5C4A5803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56C1F-F8EB-452D-9D17-988349D313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7119DE-037D-4756-85E8-F2E142F1907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35430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485B33-B66C-47F1-AFA8-BE29822CA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3360"/>
            <a:ext cx="12192000" cy="70713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A41DF4-2150-4516-894F-564AD05E43B8}"/>
              </a:ext>
            </a:extLst>
          </p:cNvPr>
          <p:cNvSpPr txBox="1"/>
          <p:nvPr/>
        </p:nvSpPr>
        <p:spPr>
          <a:xfrm>
            <a:off x="5252720" y="4878238"/>
            <a:ext cx="541528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</a:t>
            </a:r>
          </a:p>
          <a:p>
            <a:r>
              <a:rPr lang="en-GB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</a:t>
            </a:r>
            <a:r>
              <a:rPr lang="en-GB" sz="17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Mallikarjuna Rao</a:t>
            </a:r>
          </a:p>
          <a:p>
            <a:r>
              <a:rPr lang="en-GB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Sai Dhanush</a:t>
            </a:r>
          </a:p>
          <a:p>
            <a:r>
              <a:rPr lang="en-GB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 Vamsi Vijaya Sai Suraj Chowdary</a:t>
            </a:r>
          </a:p>
          <a:p>
            <a:r>
              <a:rPr lang="en-GB" sz="17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 Bhagya Sri</a:t>
            </a:r>
            <a:endParaRPr lang="en-IN" sz="17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770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6C672-FDAB-4C6F-9568-FD0ED8A5E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F89AF3-E528-4985-B1B1-6B964A094E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30460866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6261A2-9667-46C0-9F9A-0F26BDF27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22786"/>
            <a:ext cx="12192000" cy="708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026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63085C-52DA-400D-B391-C27F73EBE8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851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CA4C36-ABFA-4292-9DCF-BF986A16AB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319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D36344-1F9B-40BD-B70F-2C45C24A72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5956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21CCDE-0E20-45FD-86CC-AB555661F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1342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F4077E-4308-4D6F-9AC5-49BFA793E9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71625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69A4A6-A859-4528-ACD8-B75DEA3F8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956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3F2F80-8105-42EE-9CFB-1CEB125C0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35350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69317D-7F65-4BA6-B12A-53659616B8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35053"/>
            <a:ext cx="12192000" cy="332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768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9AA841D-E6C4-4547-B616-2F0C8565DD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" y="220979"/>
            <a:ext cx="11917680" cy="6416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709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18</Words>
  <Application>Microsoft Office PowerPoint</Application>
  <PresentationFormat>Widescreen</PresentationFormat>
  <Paragraphs>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Redmi</dc:creator>
  <cp:lastModifiedBy>Redmi</cp:lastModifiedBy>
  <cp:revision>1</cp:revision>
  <dcterms:created xsi:type="dcterms:W3CDTF">2026-07-17T10:18:14Z</dcterms:created>
  <dcterms:modified xsi:type="dcterms:W3CDTF">2026-07-17T10:43:46Z</dcterms:modified>
</cp:coreProperties>
</file>